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12"/>
  </p:notesMasterIdLst>
  <p:sldIdLst>
    <p:sldId id="256" r:id="rId2"/>
    <p:sldId id="257" r:id="rId3"/>
    <p:sldId id="260" r:id="rId4"/>
    <p:sldId id="258" r:id="rId5"/>
    <p:sldId id="266" r:id="rId6"/>
    <p:sldId id="261" r:id="rId7"/>
    <p:sldId id="265" r:id="rId8"/>
    <p:sldId id="263" r:id="rId9"/>
    <p:sldId id="264" r:id="rId10"/>
    <p:sldId id="259" r:id="rId11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9F9"/>
    <a:srgbClr val="F8F8F8"/>
    <a:srgbClr val="F5F5F5"/>
    <a:srgbClr val="E6E6E6"/>
    <a:srgbClr val="00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617B0-7D09-4606-B586-C38458B832C1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0CC5B3-74C0-4006-9F49-3B32F179954A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73725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72678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smtClean="0"/>
              <a:t>Uredite stil podnaslova matrice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70636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05958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52111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55096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8126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891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99228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714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26096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5445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91405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D40097-94C1-4BE0-9237-802C653BF399}" type="datetimeFigureOut">
              <a:rPr lang="hr-HR" smtClean="0"/>
              <a:t>20.2.2021.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43391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2331427"/>
            <a:ext cx="9144000" cy="1177533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1905000">
                    <a:schemeClr val="bg1">
                      <a:alpha val="60000"/>
                    </a:schemeClr>
                  </a:glow>
                </a:effectLst>
                <a:latin typeface="Coda" panose="020B0500000000000004" pitchFamily="34" charset="0"/>
              </a:rPr>
              <a:t>EXTREME SPORTS</a:t>
            </a:r>
            <a:endParaRPr lang="hr-HR" b="1" dirty="0">
              <a:solidFill>
                <a:srgbClr val="0066CC"/>
              </a:solidFill>
              <a:effectLst>
                <a:glow rad="1905000">
                  <a:schemeClr val="bg1">
                    <a:alpha val="6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2996946" y="3853498"/>
            <a:ext cx="5819736" cy="961571"/>
          </a:xfrm>
        </p:spPr>
        <p:txBody>
          <a:bodyPr>
            <a:normAutofit/>
          </a:bodyPr>
          <a:lstStyle/>
          <a:p>
            <a:pPr algn="l"/>
            <a:r>
              <a:rPr lang="hr-HR" b="1" dirty="0" smtClean="0">
                <a:latin typeface="Coda" panose="020B0500000000000004" pitchFamily="34" charset="0"/>
              </a:rPr>
              <a:t>Izradili:</a:t>
            </a:r>
            <a:r>
              <a:rPr lang="hr-HR" b="1" dirty="0">
                <a:latin typeface="Coda" panose="020B0500000000000004" pitchFamily="34" charset="0"/>
              </a:rPr>
              <a:t>	</a:t>
            </a:r>
            <a:r>
              <a:rPr lang="hr-HR" dirty="0">
                <a:latin typeface="Coda" panose="020B0500000000000004" pitchFamily="34" charset="0"/>
              </a:rPr>
              <a:t>Mirko </a:t>
            </a:r>
            <a:r>
              <a:rPr lang="hr-HR" dirty="0" err="1" smtClean="0">
                <a:latin typeface="Coda" panose="020B0500000000000004" pitchFamily="34" charset="0"/>
              </a:rPr>
              <a:t>Braić</a:t>
            </a:r>
            <a:r>
              <a:rPr lang="hr-HR" dirty="0" smtClean="0">
                <a:latin typeface="Coda" panose="020B0500000000000004" pitchFamily="34" charset="0"/>
              </a:rPr>
              <a:t>,</a:t>
            </a:r>
          </a:p>
          <a:p>
            <a:pPr algn="l"/>
            <a:r>
              <a:rPr lang="hr-HR" dirty="0">
                <a:latin typeface="Coda" panose="020B0500000000000004" pitchFamily="34" charset="0"/>
              </a:rPr>
              <a:t>	</a:t>
            </a:r>
            <a:r>
              <a:rPr lang="hr-HR" dirty="0" smtClean="0">
                <a:latin typeface="Coda" panose="020B0500000000000004" pitchFamily="34" charset="0"/>
              </a:rPr>
              <a:t>	Dina </a:t>
            </a:r>
            <a:r>
              <a:rPr lang="hr-HR" dirty="0">
                <a:latin typeface="Coda" panose="020B0500000000000004" pitchFamily="34" charset="0"/>
              </a:rPr>
              <a:t>Cvitanović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089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8199" y="1545807"/>
            <a:ext cx="10515600" cy="1325563"/>
          </a:xfrm>
        </p:spPr>
        <p:txBody>
          <a:bodyPr/>
          <a:lstStyle/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Zadaće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7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Online trgovina sportske opreme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Ponude putovanja s naglaskom na sportske aktivnosti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Blog objave o putovanjima i sportovima</a:t>
            </a:r>
          </a:p>
        </p:txBody>
      </p:sp>
    </p:spTree>
    <p:extLst>
      <p:ext uri="{BB962C8B-B14F-4D97-AF65-F5344CB8AC3E}">
        <p14:creationId xmlns:p14="http://schemas.microsoft.com/office/powerpoint/2010/main" val="619177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8200" y="1538989"/>
            <a:ext cx="10515600" cy="1325563"/>
          </a:xfrm>
        </p:spPr>
        <p:txBody>
          <a:bodyPr/>
          <a:lstStyle/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Ciljevi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7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Jednostavnost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Ugodno korištenje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Minimalistički dizajn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Sigurnost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err="1" smtClean="0">
                <a:latin typeface="Coda" panose="020B0500000000000004" pitchFamily="34" charset="0"/>
              </a:rPr>
              <a:t>Responzivnost</a:t>
            </a:r>
            <a:endParaRPr lang="hr-HR" dirty="0" smtClean="0"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08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Rezervirano mjesto sadržaja 7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84"/>
          <a:stretch/>
        </p:blipFill>
        <p:spPr>
          <a:xfrm>
            <a:off x="838200" y="3281178"/>
            <a:ext cx="10515600" cy="1963062"/>
          </a:xfrm>
        </p:spPr>
      </p:pic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Tijek projekta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832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602581"/>
            <a:ext cx="9144000" cy="2387600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228600">
                    <a:schemeClr val="bg1">
                      <a:alpha val="40000"/>
                    </a:schemeClr>
                  </a:glow>
                </a:effectLst>
                <a:latin typeface="Coda" panose="020B0500000000000004" pitchFamily="34" charset="0"/>
              </a:rPr>
              <a:t>Evaluacija dizajna…</a:t>
            </a:r>
            <a:endParaRPr lang="hr-HR" b="1" dirty="0">
              <a:solidFill>
                <a:srgbClr val="0066CC"/>
              </a:solidFill>
              <a:effectLst>
                <a:glow rad="228600">
                  <a:schemeClr val="bg1">
                    <a:alpha val="4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921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56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Estetika i minimalistički </a:t>
            </a:r>
            <a:r>
              <a:rPr lang="hr-HR" dirty="0" err="1" smtClean="0">
                <a:latin typeface="Coda" panose="020B0500000000000004" pitchFamily="34" charset="0"/>
              </a:rPr>
              <a:t>dizaja</a:t>
            </a: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Pomoć i dokumentacija</a:t>
            </a: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40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zervirano mjesto teksta 13"/>
          <p:cNvSpPr>
            <a:spLocks noGrp="1"/>
          </p:cNvSpPr>
          <p:nvPr>
            <p:ph type="body" idx="1"/>
          </p:nvPr>
        </p:nvSpPr>
        <p:spPr>
          <a:xfrm>
            <a:off x="839788" y="2757608"/>
            <a:ext cx="5157787" cy="823912"/>
          </a:xfrm>
        </p:spPr>
        <p:txBody>
          <a:bodyPr>
            <a:normAutofit/>
          </a:bodyPr>
          <a:lstStyle/>
          <a:p>
            <a:pPr marL="457200" indent="-457200">
              <a:buClr>
                <a:srgbClr val="0066CC"/>
              </a:buClr>
              <a:buFont typeface="+mj-lt"/>
              <a:buAutoNum type="arabicPeriod"/>
            </a:pPr>
            <a:r>
              <a:rPr lang="hr-HR" sz="2800" b="0" dirty="0" err="1" smtClean="0">
                <a:latin typeface="Coda" panose="020B0500000000000004" pitchFamily="34" charset="0"/>
              </a:rPr>
              <a:t>Fitts</a:t>
            </a:r>
            <a:r>
              <a:rPr lang="hr-HR" sz="2800" b="0" dirty="0" err="1" smtClean="0">
                <a:latin typeface="Coda" panose="020B0500000000000004" pitchFamily="34" charset="0"/>
              </a:rPr>
              <a:t>ov</a:t>
            </a:r>
            <a:r>
              <a:rPr lang="hr-HR" sz="2800" b="0" dirty="0" smtClean="0">
                <a:latin typeface="Coda" panose="020B0500000000000004" pitchFamily="34" charset="0"/>
              </a:rPr>
              <a:t> zakon</a:t>
            </a:r>
            <a:endParaRPr lang="hr-HR" sz="2800" b="0" dirty="0" smtClean="0">
              <a:latin typeface="Coda" panose="020B0500000000000004" pitchFamily="34" charset="0"/>
            </a:endParaRPr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2"/>
          </p:nvPr>
        </p:nvSpPr>
        <p:spPr>
          <a:xfrm>
            <a:off x="839788" y="3581520"/>
            <a:ext cx="5157787" cy="2958176"/>
          </a:xfrm>
        </p:spPr>
        <p:txBody>
          <a:bodyPr/>
          <a:lstStyle/>
          <a:p>
            <a:pPr marL="0" indent="0">
              <a:buClr>
                <a:srgbClr val="0066CC"/>
              </a:buClr>
              <a:buNone/>
            </a:pP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15" name="Rezervirano mjesto teksta 14"/>
          <p:cNvSpPr>
            <a:spLocks noGrp="1"/>
          </p:cNvSpPr>
          <p:nvPr>
            <p:ph type="body" sz="quarter" idx="3"/>
          </p:nvPr>
        </p:nvSpPr>
        <p:spPr>
          <a:xfrm>
            <a:off x="6172200" y="2757608"/>
            <a:ext cx="5183188" cy="823912"/>
          </a:xfrm>
        </p:spPr>
        <p:txBody>
          <a:bodyPr>
            <a:normAutofit/>
          </a:bodyPr>
          <a:lstStyle/>
          <a:p>
            <a:pPr marL="457200" indent="-457200">
              <a:buClr>
                <a:srgbClr val="0066CC"/>
              </a:buClr>
              <a:buFont typeface="+mj-lt"/>
              <a:buAutoNum type="arabicPeriod" startAt="2"/>
            </a:pPr>
            <a:r>
              <a:rPr lang="hr-HR" sz="2800" b="0" dirty="0" err="1" smtClean="0">
                <a:latin typeface="Coda" panose="020B0500000000000004" pitchFamily="34" charset="0"/>
              </a:rPr>
              <a:t>Hick</a:t>
            </a:r>
            <a:r>
              <a:rPr lang="hr-HR" sz="2800" b="0" dirty="0" err="1" smtClean="0">
                <a:latin typeface="Coda" panose="020B0500000000000004" pitchFamily="34" charset="0"/>
              </a:rPr>
              <a:t>ov</a:t>
            </a:r>
            <a:r>
              <a:rPr lang="hr-HR" sz="2800" b="0" dirty="0" smtClean="0">
                <a:latin typeface="Coda" panose="020B0500000000000004" pitchFamily="34" charset="0"/>
              </a:rPr>
              <a:t> zakon</a:t>
            </a:r>
            <a:endParaRPr lang="hr-HR" sz="2800" b="0" dirty="0" smtClean="0">
              <a:latin typeface="Coda" panose="020B0500000000000004" pitchFamily="34" charset="0"/>
            </a:endParaRPr>
          </a:p>
        </p:txBody>
      </p:sp>
      <p:sp>
        <p:nvSpPr>
          <p:cNvPr id="16" name="Rezervirano mjesto sadržaja 15"/>
          <p:cNvSpPr>
            <a:spLocks noGrp="1"/>
          </p:cNvSpPr>
          <p:nvPr>
            <p:ph sz="quarter" idx="4"/>
          </p:nvPr>
        </p:nvSpPr>
        <p:spPr>
          <a:xfrm>
            <a:off x="6172200" y="3581520"/>
            <a:ext cx="5183188" cy="2958176"/>
          </a:xfrm>
        </p:spPr>
        <p:txBody>
          <a:bodyPr/>
          <a:lstStyle/>
          <a:p>
            <a:endParaRPr lang="hr-HR"/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Teorije niske razine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831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CRAP principi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8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0066CC"/>
                </a:solidFill>
                <a:latin typeface="Coda" panose="020B0500000000000004" pitchFamily="34" charset="0"/>
              </a:rPr>
              <a:t>C</a:t>
            </a:r>
            <a:r>
              <a:rPr lang="hr-HR" dirty="0" err="1" smtClean="0">
                <a:latin typeface="Coda" panose="020B0500000000000004" pitchFamily="34" charset="0"/>
              </a:rPr>
              <a:t>ontrast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0066CC"/>
                </a:solidFill>
                <a:latin typeface="Coda" panose="020B0500000000000004" pitchFamily="34" charset="0"/>
              </a:rPr>
              <a:t>R</a:t>
            </a:r>
            <a:r>
              <a:rPr lang="hr-HR" dirty="0" err="1" smtClean="0">
                <a:latin typeface="Coda" panose="020B0500000000000004" pitchFamily="34" charset="0"/>
              </a:rPr>
              <a:t>epetiton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0066CC"/>
                </a:solidFill>
                <a:latin typeface="Coda" panose="020B0500000000000004" pitchFamily="34" charset="0"/>
              </a:rPr>
              <a:t>A</a:t>
            </a:r>
            <a:r>
              <a:rPr lang="hr-HR" dirty="0" err="1" smtClean="0">
                <a:latin typeface="Coda" panose="020B0500000000000004" pitchFamily="34" charset="0"/>
              </a:rPr>
              <a:t>lignment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0066CC"/>
                </a:solidFill>
                <a:latin typeface="Coda" panose="020B0500000000000004" pitchFamily="34" charset="0"/>
              </a:rPr>
              <a:t>P</a:t>
            </a:r>
            <a:r>
              <a:rPr lang="hr-HR" dirty="0" err="1" smtClean="0">
                <a:latin typeface="Coda" panose="020B0500000000000004" pitchFamily="34" charset="0"/>
              </a:rPr>
              <a:t>roximity</a:t>
            </a:r>
            <a:endParaRPr lang="hr-HR" dirty="0"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9100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602581"/>
            <a:ext cx="9144000" cy="2387600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1905000">
                    <a:schemeClr val="bg1">
                      <a:alpha val="60000"/>
                    </a:schemeClr>
                  </a:glow>
                </a:effectLst>
                <a:latin typeface="Coda" panose="020B0500000000000004" pitchFamily="34" charset="0"/>
              </a:rPr>
              <a:t>Demo aplikacije…</a:t>
            </a:r>
            <a:endParaRPr lang="hr-HR" b="1" dirty="0">
              <a:solidFill>
                <a:srgbClr val="0066CC"/>
              </a:solidFill>
              <a:effectLst>
                <a:glow rad="1905000">
                  <a:schemeClr val="bg1">
                    <a:alpha val="6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995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</TotalTime>
  <Words>92</Words>
  <Application>Microsoft Office PowerPoint</Application>
  <PresentationFormat>Široki zaslon</PresentationFormat>
  <Paragraphs>40</Paragraphs>
  <Slides>10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Coda</vt:lpstr>
      <vt:lpstr>Wingdings</vt:lpstr>
      <vt:lpstr>Tema sustava Office</vt:lpstr>
      <vt:lpstr>EXTREME SPORTS</vt:lpstr>
      <vt:lpstr>Zadaće</vt:lpstr>
      <vt:lpstr>Ciljevi</vt:lpstr>
      <vt:lpstr>PowerPointova prezentacija</vt:lpstr>
      <vt:lpstr>Evaluacija dizajna…</vt:lpstr>
      <vt:lpstr>PowerPointova prezentacija</vt:lpstr>
      <vt:lpstr>PowerPointova prezentacija</vt:lpstr>
      <vt:lpstr>PowerPointova prezentacija</vt:lpstr>
      <vt:lpstr>PowerPointova prezentacija</vt:lpstr>
      <vt:lpstr>Demo aplikacije…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EXTREME SPORTS</dc:title>
  <dc:creator>Dina Cvitanović</dc:creator>
  <cp:lastModifiedBy>Dina Cvitanović</cp:lastModifiedBy>
  <cp:revision>13</cp:revision>
  <dcterms:created xsi:type="dcterms:W3CDTF">2021-02-20T07:43:21Z</dcterms:created>
  <dcterms:modified xsi:type="dcterms:W3CDTF">2021-02-20T12:10:42Z</dcterms:modified>
</cp:coreProperties>
</file>